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55B40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โครงสร้างการบริหารจัดการฝ่ายวิเทศสัมพันธ์ คณะสังคมศาสตร์ มหาวิทยาลัยเกษตรศาสตร์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3657600" cy="365760"/>
          </a:xfrm>
          <a:prstGeom prst="rect">
            <a:avLst/>
          </a:prstGeom>
          <a:solidFill>
            <a:srgbClr val="3A6E9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หน่วยงานภายนอกคณะ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3657600" cy="5029200"/>
          </a:xfrm>
          <a:prstGeom prst="rect">
            <a:avLst/>
          </a:prstGeom>
          <a:solidFill>
            <a:srgbClr val="E5F0FA"/>
          </a:solidFill>
          <a:ln w="12700">
            <a:solidFill>
              <a:srgbClr val="C5D9C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206240" y="914400"/>
            <a:ext cx="3657600" cy="365760"/>
          </a:xfrm>
          <a:prstGeom prst="rect">
            <a:avLst/>
          </a:prstGeom>
          <a:solidFill>
            <a:srgbClr val="155B40"/>
          </a:solidFill>
          <a:ln/>
        </p:spPr>
      </p:sp>
      <p:sp>
        <p:nvSpPr>
          <p:cNvPr id="7" name="Text 5"/>
          <p:cNvSpPr/>
          <p:nvPr/>
        </p:nvSpPr>
        <p:spPr>
          <a:xfrm>
            <a:off x="4206240" y="9144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ฝ่ายวิเทศสัมพันธ์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206240" y="1280160"/>
            <a:ext cx="3657600" cy="5029200"/>
          </a:xfrm>
          <a:prstGeom prst="rect">
            <a:avLst/>
          </a:prstGeom>
          <a:solidFill>
            <a:srgbClr val="E8F2ED"/>
          </a:solidFill>
          <a:ln w="12700">
            <a:solidFill>
              <a:srgbClr val="C5D9C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955280" y="914400"/>
            <a:ext cx="3657600" cy="365760"/>
          </a:xfrm>
          <a:prstGeom prst="rect">
            <a:avLst/>
          </a:prstGeom>
          <a:solidFill>
            <a:srgbClr val="9A651B"/>
          </a:solidFill>
          <a:ln/>
        </p:spPr>
      </p:sp>
      <p:sp>
        <p:nvSpPr>
          <p:cNvPr id="10" name="Text 8"/>
          <p:cNvSpPr/>
          <p:nvPr/>
        </p:nvSpPr>
        <p:spPr>
          <a:xfrm>
            <a:off x="7955280" y="9144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ผู้บริหารที่เกี่ยวข้อง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955280" y="1280160"/>
            <a:ext cx="3657600" cy="5029200"/>
          </a:xfrm>
          <a:prstGeom prst="rect">
            <a:avLst/>
          </a:prstGeom>
          <a:solidFill>
            <a:srgbClr val="FFF4D7"/>
          </a:solidFill>
          <a:ln w="12700">
            <a:solidFill>
              <a:srgbClr val="C5D9C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31520" y="1463040"/>
            <a:ext cx="3108960" cy="548640"/>
          </a:xfrm>
          <a:prstGeom prst="roundRect">
            <a:avLst/>
          </a:prstGeom>
          <a:solidFill>
            <a:srgbClr val="D9F1E5"/>
          </a:solidFill>
          <a:ln w="19050">
            <a:solidFill>
              <a:srgbClr val="155B4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146304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83329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แจ้งความประสงค์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480560" y="2194560"/>
            <a:ext cx="3108960" cy="548640"/>
          </a:xfrm>
          <a:prstGeom prst="rect">
            <a:avLst/>
          </a:prstGeom>
          <a:solidFill>
            <a:srgbClr val="FFFFFF"/>
          </a:solidFill>
          <a:ln w="19050">
            <a:solidFill>
              <a:srgbClr val="155B4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480560" y="219456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83329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รับเรื่องและตรวจสอบข้อมูล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229600" y="2926080"/>
            <a:ext cx="3108960" cy="548640"/>
          </a:xfrm>
          <a:prstGeom prst="diamond">
            <a:avLst/>
          </a:prstGeom>
          <a:solidFill>
            <a:srgbClr val="FFF0B5"/>
          </a:solidFill>
          <a:ln w="19050">
            <a:solidFill>
              <a:srgbClr val="155B4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0" y="292608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83329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หัวหน้าศูนย์วิเทศสัมพันธ์พิจารณา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83329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(จุดตัดสินใจ)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229600" y="3840480"/>
            <a:ext cx="3108960" cy="548640"/>
          </a:xfrm>
          <a:prstGeom prst="diamond">
            <a:avLst/>
          </a:prstGeom>
          <a:solidFill>
            <a:srgbClr val="FFF0B5"/>
          </a:solidFill>
          <a:ln w="19050">
            <a:solidFill>
              <a:srgbClr val="155B4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0" y="384048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83329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คณบดีอนุมัติ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83329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(จุดตัดสินใจ)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480560" y="4572000"/>
            <a:ext cx="3108960" cy="548640"/>
          </a:xfrm>
          <a:prstGeom prst="rect">
            <a:avLst/>
          </a:prstGeom>
          <a:solidFill>
            <a:srgbClr val="FFFFFF"/>
          </a:solidFill>
          <a:ln w="19050">
            <a:solidFill>
              <a:srgbClr val="155B4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480560" y="457200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83329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เตรียมข้อมูลและสถานที่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480560" y="5303520"/>
            <a:ext cx="3108960" cy="548640"/>
          </a:xfrm>
          <a:prstGeom prst="rect">
            <a:avLst/>
          </a:prstGeom>
          <a:solidFill>
            <a:srgbClr val="FFFFFF"/>
          </a:solidFill>
          <a:ln w="19050">
            <a:solidFill>
              <a:srgbClr val="155B4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480560" y="530352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83329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ดำเนินกิจกรรมและจัดเก็บเอกสาร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480560" y="5852160"/>
            <a:ext cx="3108960" cy="548640"/>
          </a:xfrm>
          <a:prstGeom prst="roundRect">
            <a:avLst/>
          </a:prstGeom>
          <a:solidFill>
            <a:srgbClr val="D9F1E5"/>
          </a:solidFill>
          <a:ln w="19050">
            <a:solidFill>
              <a:srgbClr val="155B4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480560" y="585216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83329"/>
                </a:solidFill>
                <a:latin typeface="TH SarabunPSK" pitchFamily="34" charset="0"/>
                <a:ea typeface="TH SarabunPSK" pitchFamily="34" charset="-122"/>
                <a:cs typeface="TH SarabunPSK" pitchFamily="34" charset="-120"/>
              </a:rPr>
              <a:t>สิ้นสุดกระบวนงาน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2026-08-18T14:05:52Z</dcterms:created>
  <dcterms:modified xsi:type="dcterms:W3CDTF">2026-08-18T14:05:52Z</dcterms:modified>
</cp:coreProperties>
</file>